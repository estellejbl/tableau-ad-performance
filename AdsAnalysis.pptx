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3E91D07-6A97-404E-8A19-44E39D2FD58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adAnalysis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D639934-1D09-4805-8321-368C028293A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Fichier créé le : 22/10/2025 22:14:19 UTC+2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Marketing" id="2" name="slide2">
            <a:extLst>
              <a:ext uri="{FF2B5EF4-FFF2-40B4-BE49-F238E27FC236}">
                <a16:creationId xmlns:a16="http://schemas.microsoft.com/office/drawing/2014/main" id="{558B2B9F-2342-46D7-BA60-7C0F570442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180975"/>
            <a:ext cx="16002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tformes/Format" id="3" name="slide3">
            <a:extLst>
              <a:ext uri="{FF2B5EF4-FFF2-40B4-BE49-F238E27FC236}">
                <a16:creationId xmlns:a16="http://schemas.microsoft.com/office/drawing/2014/main" id="{4A1792C4-9031-416B-8FF9-8809B67977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14" y="0"/>
            <a:ext cx="11731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e group" id="4" name="slide4">
            <a:extLst>
              <a:ext uri="{FF2B5EF4-FFF2-40B4-BE49-F238E27FC236}">
                <a16:creationId xmlns:a16="http://schemas.microsoft.com/office/drawing/2014/main" id="{C8B7C211-E8AC-43CE-B191-74307A765A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7" y="0"/>
            <a:ext cx="10986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gender" id="5" name="slide5">
            <a:extLst>
              <a:ext uri="{FF2B5EF4-FFF2-40B4-BE49-F238E27FC236}">
                <a16:creationId xmlns:a16="http://schemas.microsoft.com/office/drawing/2014/main" id="{44FA5BC2-5F75-49AF-970E-2C617D2CCD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44" y="0"/>
            <a:ext cx="104517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ser Journey" id="6" name="slide6">
            <a:extLst>
              <a:ext uri="{FF2B5EF4-FFF2-40B4-BE49-F238E27FC236}">
                <a16:creationId xmlns:a16="http://schemas.microsoft.com/office/drawing/2014/main" id="{7C8286A7-9D5C-4CEB-A002-E5D71F1204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31" y="0"/>
            <a:ext cx="10621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au de bord 1" id="7" name="slide7">
            <a:extLst>
              <a:ext uri="{FF2B5EF4-FFF2-40B4-BE49-F238E27FC236}">
                <a16:creationId xmlns:a16="http://schemas.microsoft.com/office/drawing/2014/main" id="{E5F65C14-1806-4859-B500-AF94AC14B2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36" y="0"/>
            <a:ext cx="374072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Prix" id="8" name="slide8">
            <a:extLst>
              <a:ext uri="{FF2B5EF4-FFF2-40B4-BE49-F238E27FC236}">
                <a16:creationId xmlns:a16="http://schemas.microsoft.com/office/drawing/2014/main" id="{12061644-69F2-459D-A94E-B4420FAB6B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75" y="180975"/>
            <a:ext cx="13906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endr" id="9" name="slide9">
            <a:extLst>
              <a:ext uri="{FF2B5EF4-FFF2-40B4-BE49-F238E27FC236}">
                <a16:creationId xmlns:a16="http://schemas.microsoft.com/office/drawing/2014/main" id="{FCA44ABE-0F49-43E0-9F7B-B1D773120F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0" y="2124075"/>
            <a:ext cx="544830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MEDAY" id="10" name="slide10">
            <a:extLst>
              <a:ext uri="{FF2B5EF4-FFF2-40B4-BE49-F238E27FC236}">
                <a16:creationId xmlns:a16="http://schemas.microsoft.com/office/drawing/2014/main" id="{73606ED6-36FC-4B43-B6CF-AA36427E53C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69" y="0"/>
            <a:ext cx="11264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2025-10-22T20:14:34Z</dcterms:created>
  <dcterms:modified xsi:type="dcterms:W3CDTF">2025-10-22T20:14:34Z</dcterms:modified>
</cp:coreProperties>
</file>